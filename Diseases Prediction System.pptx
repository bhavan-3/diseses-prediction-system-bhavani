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1398494"/>
            <a:ext cx="8915399" cy="2043953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Diseases Prediction System</a:t>
            </a:r>
            <a:endParaRPr lang="en-US" sz="4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3810001"/>
            <a:ext cx="8915399" cy="209366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dirty="0" smtClean="0">
                <a:latin typeface="Algerian" panose="04020705040A02060702" pitchFamily="82" charset="0"/>
              </a:rPr>
              <a:t>Presentation BY</a:t>
            </a:r>
          </a:p>
          <a:p>
            <a:endParaRPr lang="en-US" dirty="0"/>
          </a:p>
          <a:p>
            <a:r>
              <a:rPr lang="en-US" dirty="0" smtClean="0"/>
              <a:t>                                                                                                   </a:t>
            </a:r>
            <a:r>
              <a:rPr lang="en-US" sz="1900" dirty="0" err="1" smtClean="0">
                <a:solidFill>
                  <a:srgbClr val="002060"/>
                </a:solidFill>
                <a:latin typeface="Algerian" panose="04020705040A02060702" pitchFamily="82" charset="0"/>
              </a:rPr>
              <a:t>CH.V.Bhavani</a:t>
            </a:r>
            <a:endParaRPr lang="en-US" sz="1900" dirty="0" smtClean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US" sz="1900" dirty="0">
                <a:solidFill>
                  <a:srgbClr val="002060"/>
                </a:solidFill>
                <a:latin typeface="Algerian" panose="04020705040A02060702" pitchFamily="82" charset="0"/>
              </a:rPr>
              <a:t> </a:t>
            </a:r>
            <a:r>
              <a:rPr lang="en-US" sz="1900" dirty="0" smtClean="0">
                <a:solidFill>
                  <a:srgbClr val="002060"/>
                </a:solidFill>
                <a:latin typeface="Algerian" panose="04020705040A02060702" pitchFamily="82" charset="0"/>
              </a:rPr>
              <a:t>                                                                                                       </a:t>
            </a:r>
            <a:r>
              <a:rPr lang="en-US" sz="1900" dirty="0" err="1" smtClean="0">
                <a:solidFill>
                  <a:srgbClr val="002060"/>
                </a:solidFill>
                <a:latin typeface="Algerian" panose="04020705040A02060702" pitchFamily="82" charset="0"/>
              </a:rPr>
              <a:t>B.Anuradha</a:t>
            </a:r>
            <a:endParaRPr lang="en-US" sz="1900" dirty="0" smtClean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US" sz="1900" dirty="0">
                <a:solidFill>
                  <a:srgbClr val="002060"/>
                </a:solidFill>
                <a:latin typeface="Algerian" panose="04020705040A02060702" pitchFamily="82" charset="0"/>
              </a:rPr>
              <a:t> </a:t>
            </a:r>
            <a:r>
              <a:rPr lang="en-US" sz="1900" dirty="0" smtClean="0">
                <a:solidFill>
                  <a:srgbClr val="002060"/>
                </a:solidFill>
                <a:latin typeface="Algerian" panose="04020705040A02060702" pitchFamily="82" charset="0"/>
              </a:rPr>
              <a:t>                                                                                                       </a:t>
            </a:r>
            <a:r>
              <a:rPr lang="en-US" sz="1900" dirty="0" err="1" smtClean="0">
                <a:solidFill>
                  <a:srgbClr val="002060"/>
                </a:solidFill>
                <a:latin typeface="Algerian" panose="04020705040A02060702" pitchFamily="82" charset="0"/>
              </a:rPr>
              <a:t>CH.Sangeetha</a:t>
            </a:r>
            <a:endParaRPr lang="en-US" sz="1900" dirty="0" smtClean="0">
              <a:solidFill>
                <a:srgbClr val="002060"/>
              </a:solidFill>
              <a:latin typeface="Algerian" panose="04020705040A02060702" pitchFamily="82" charset="0"/>
            </a:endParaRPr>
          </a:p>
          <a:p>
            <a:r>
              <a:rPr lang="en-US" sz="1900" dirty="0">
                <a:solidFill>
                  <a:srgbClr val="002060"/>
                </a:solidFill>
                <a:latin typeface="Algerian" panose="04020705040A02060702" pitchFamily="82" charset="0"/>
              </a:rPr>
              <a:t> </a:t>
            </a:r>
            <a:r>
              <a:rPr lang="en-US" sz="1900" dirty="0" smtClean="0">
                <a:solidFill>
                  <a:srgbClr val="002060"/>
                </a:solidFill>
                <a:latin typeface="Algerian" panose="04020705040A02060702" pitchFamily="82" charset="0"/>
              </a:rPr>
              <a:t>                                                                                                          E.BHARGAVI</a:t>
            </a:r>
            <a:endParaRPr lang="en-US" sz="1900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83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Introduction</a:t>
            </a:r>
            <a:endParaRPr lang="en-US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b="1" dirty="0" err="1"/>
              <a:t>HealthPredict</a:t>
            </a:r>
            <a:r>
              <a:rPr lang="en-US" sz="2400" b="1" dirty="0"/>
              <a:t> AI is a web-based application</a:t>
            </a:r>
          </a:p>
          <a:p>
            <a:r>
              <a:rPr lang="en-US" sz="2400" b="1" dirty="0"/>
              <a:t>It predicts possible diseases based on user-selected symptoms</a:t>
            </a:r>
          </a:p>
          <a:p>
            <a:r>
              <a:rPr lang="en-US" sz="2400" b="1" dirty="0"/>
              <a:t>Uses Machine Learning concepts</a:t>
            </a:r>
          </a:p>
          <a:p>
            <a:r>
              <a:rPr lang="en-US" sz="2400" b="1" dirty="0"/>
              <a:t>Helps users get early health insights</a:t>
            </a:r>
          </a:p>
        </p:txBody>
      </p:sp>
    </p:spTree>
    <p:extLst>
      <p:ext uri="{BB962C8B-B14F-4D97-AF65-F5344CB8AC3E}">
        <p14:creationId xmlns:p14="http://schemas.microsoft.com/office/powerpoint/2010/main" val="197697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Problem Statement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43318"/>
            <a:ext cx="8915400" cy="446790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Early disease identification is difficult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Patients may not know seriousness of symptoms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Doctor consultation always immediately possible </a:t>
            </a:r>
            <a:r>
              <a:rPr lang="en-US" sz="2400" dirty="0" err="1">
                <a:solidFill>
                  <a:srgbClr val="002060"/>
                </a:solidFill>
                <a:latin typeface="Arial Black" panose="020B0A04020102020204" pitchFamily="34" charset="0"/>
              </a:rPr>
              <a:t>kaadu</a:t>
            </a:r>
            <a:endParaRPr lang="en-US" sz="24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Need a basic symptom analysis system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3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Objective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15035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sz="2400" dirty="0">
                <a:latin typeface="Arial Black" panose="020B0A04020102020204" pitchFamily="34" charset="0"/>
              </a:rPr>
              <a:t>To analyze user symptoms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Arial Black" panose="020B0A04020102020204" pitchFamily="34" charset="0"/>
              </a:rPr>
              <a:t>To predict possible diseases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Arial Black" panose="020B0A04020102020204" pitchFamily="34" charset="0"/>
              </a:rPr>
              <a:t>To provide quick preliminary health guidance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Arial Black" panose="020B0A04020102020204" pitchFamily="34" charset="0"/>
              </a:rPr>
              <a:t>To demonstrate Machine Learning in healthcare</a:t>
            </a:r>
          </a:p>
        </p:txBody>
      </p:sp>
    </p:spTree>
    <p:extLst>
      <p:ext uri="{BB962C8B-B14F-4D97-AF65-F5344CB8AC3E}">
        <p14:creationId xmlns:p14="http://schemas.microsoft.com/office/powerpoint/2010/main" val="674794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Technologies Used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95718"/>
            <a:ext cx="8915400" cy="339762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+mj-lt"/>
              <a:buAutoNum type="alphaLcPeriod"/>
            </a:pPr>
            <a:r>
              <a:rPr lang="en-US" sz="2400" dirty="0">
                <a:latin typeface="Arial Black" panose="020B0A04020102020204" pitchFamily="34" charset="0"/>
              </a:rPr>
              <a:t>Frontend: React.js, </a:t>
            </a:r>
            <a:r>
              <a:rPr lang="en-US" sz="2400" dirty="0" err="1">
                <a:latin typeface="Arial Black" panose="020B0A04020102020204" pitchFamily="34" charset="0"/>
              </a:rPr>
              <a:t>TypeScript</a:t>
            </a:r>
            <a:endParaRPr lang="en-US" sz="2400" dirty="0">
              <a:latin typeface="Arial Black" panose="020B0A04020102020204" pitchFamily="34" charset="0"/>
            </a:endParaRPr>
          </a:p>
          <a:p>
            <a:pPr>
              <a:buFont typeface="+mj-lt"/>
              <a:buAutoNum type="alphaLcPeriod"/>
            </a:pPr>
            <a:r>
              <a:rPr lang="en-US" sz="2400" dirty="0">
                <a:latin typeface="Arial Black" panose="020B0A04020102020204" pitchFamily="34" charset="0"/>
              </a:rPr>
              <a:t>Styling: Tailwind CSS, </a:t>
            </a:r>
            <a:r>
              <a:rPr lang="en-US" sz="2400" dirty="0" err="1">
                <a:latin typeface="Arial Black" panose="020B0A04020102020204" pitchFamily="34" charset="0"/>
              </a:rPr>
              <a:t>shadcn</a:t>
            </a:r>
            <a:r>
              <a:rPr lang="en-US" sz="2400" dirty="0">
                <a:latin typeface="Arial Black" panose="020B0A04020102020204" pitchFamily="34" charset="0"/>
              </a:rPr>
              <a:t>/</a:t>
            </a:r>
            <a:r>
              <a:rPr lang="en-US" sz="2400" dirty="0" err="1">
                <a:latin typeface="Arial Black" panose="020B0A04020102020204" pitchFamily="34" charset="0"/>
              </a:rPr>
              <a:t>ui</a:t>
            </a:r>
            <a:endParaRPr lang="en-US" sz="2400" dirty="0">
              <a:latin typeface="Arial Black" panose="020B0A04020102020204" pitchFamily="34" charset="0"/>
            </a:endParaRPr>
          </a:p>
          <a:p>
            <a:pPr>
              <a:buFont typeface="+mj-lt"/>
              <a:buAutoNum type="alphaLcPeriod"/>
            </a:pPr>
            <a:r>
              <a:rPr lang="en-US" sz="2400" dirty="0">
                <a:latin typeface="Arial Black" panose="020B0A04020102020204" pitchFamily="34" charset="0"/>
              </a:rPr>
              <a:t>Icons: </a:t>
            </a:r>
            <a:r>
              <a:rPr lang="en-US" sz="2400" dirty="0" err="1">
                <a:latin typeface="Arial Black" panose="020B0A04020102020204" pitchFamily="34" charset="0"/>
              </a:rPr>
              <a:t>Lucide</a:t>
            </a:r>
            <a:r>
              <a:rPr lang="en-US" sz="2400" dirty="0">
                <a:latin typeface="Arial Black" panose="020B0A04020102020204" pitchFamily="34" charset="0"/>
              </a:rPr>
              <a:t>-react</a:t>
            </a:r>
          </a:p>
          <a:p>
            <a:pPr>
              <a:buFont typeface="+mj-lt"/>
              <a:buAutoNum type="alphaLcPeriod"/>
            </a:pPr>
            <a:r>
              <a:rPr lang="en-US" sz="2400" dirty="0">
                <a:latin typeface="Arial Black" panose="020B0A04020102020204" pitchFamily="34" charset="0"/>
              </a:rPr>
              <a:t>Algorithm: Naïve Bayes </a:t>
            </a:r>
            <a:r>
              <a:rPr lang="en-US" sz="2400" dirty="0" smtClean="0">
                <a:latin typeface="Arial Black" panose="020B0A04020102020204" pitchFamily="34" charset="0"/>
              </a:rPr>
              <a:t>Classification</a:t>
            </a:r>
            <a:endParaRPr lang="en-US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73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System Architecture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95718"/>
            <a:ext cx="8915400" cy="4315504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Arial Black" panose="020B0A04020102020204" pitchFamily="34" charset="0"/>
              </a:rPr>
              <a:t>User selects symptoms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Arial Black" panose="020B0A04020102020204" pitchFamily="34" charset="0"/>
              </a:rPr>
              <a:t>Symptoms sent to prediction engine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Arial Black" panose="020B0A04020102020204" pitchFamily="34" charset="0"/>
              </a:rPr>
              <a:t>Machine Learning algorithm processes data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Arial Black" panose="020B0A04020102020204" pitchFamily="34" charset="0"/>
              </a:rPr>
              <a:t>Predicted diseases displayed to user</a:t>
            </a:r>
          </a:p>
        </p:txBody>
      </p:sp>
    </p:spTree>
    <p:extLst>
      <p:ext uri="{BB962C8B-B14F-4D97-AF65-F5344CB8AC3E}">
        <p14:creationId xmlns:p14="http://schemas.microsoft.com/office/powerpoint/2010/main" val="89043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Black" panose="020B0A04020102020204" pitchFamily="34" charset="0"/>
              </a:rPr>
              <a:t>Working Process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3706" y="1506071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b="1" dirty="0">
                <a:latin typeface="Arial Black" panose="020B0A04020102020204" pitchFamily="34" charset="0"/>
              </a:rPr>
              <a:t>User selects symptoms from list</a:t>
            </a:r>
          </a:p>
          <a:p>
            <a:r>
              <a:rPr lang="en-US" sz="2400" b="1" dirty="0">
                <a:latin typeface="Arial Black" panose="020B0A04020102020204" pitchFamily="34" charset="0"/>
              </a:rPr>
              <a:t>Clicks “Analyze Symptoms” button</a:t>
            </a:r>
          </a:p>
          <a:p>
            <a:r>
              <a:rPr lang="en-US" sz="2400" b="1" dirty="0">
                <a:latin typeface="Arial Black" panose="020B0A04020102020204" pitchFamily="34" charset="0"/>
              </a:rPr>
              <a:t>System processes symptoms</a:t>
            </a:r>
          </a:p>
          <a:p>
            <a:r>
              <a:rPr lang="en-US" sz="2400" b="1" dirty="0">
                <a:latin typeface="Arial Black" panose="020B0A04020102020204" pitchFamily="34" charset="0"/>
              </a:rPr>
              <a:t>Prediction results shown with probability</a:t>
            </a:r>
          </a:p>
        </p:txBody>
      </p:sp>
    </p:spTree>
    <p:extLst>
      <p:ext uri="{BB962C8B-B14F-4D97-AF65-F5344CB8AC3E}">
        <p14:creationId xmlns:p14="http://schemas.microsoft.com/office/powerpoint/2010/main" val="407675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Algorithm Used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89529"/>
            <a:ext cx="8915400" cy="452169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400050" indent="-400050">
              <a:buFont typeface="+mj-lt"/>
              <a:buAutoNum type="romanLcPeriod"/>
            </a:pPr>
            <a:r>
              <a:rPr lang="en-US" sz="2400" b="1" dirty="0"/>
              <a:t>Naïve Bayes Algorithm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b="1" dirty="0"/>
              <a:t>Based on probability theory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b="1" dirty="0"/>
              <a:t>Assumes independence between symptoms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b="1" dirty="0"/>
              <a:t>Fast and efficient for classification</a:t>
            </a:r>
          </a:p>
          <a:p>
            <a:pPr marL="400050" indent="-400050">
              <a:buFont typeface="+mj-lt"/>
              <a:buAutoNum type="romanLcPeriod"/>
            </a:pPr>
            <a:r>
              <a:rPr lang="en-US" sz="2400" b="1" dirty="0"/>
              <a:t>Commonly used in medical predictions</a:t>
            </a:r>
          </a:p>
          <a:p>
            <a:pPr marL="400050" indent="-400050">
              <a:buFont typeface="+mj-lt"/>
              <a:buAutoNum type="romanL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6480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Advantages</a:t>
            </a:r>
            <a:endParaRPr lang="en-US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70212"/>
            <a:ext cx="8915400" cy="444101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b="1" dirty="0"/>
              <a:t>Fast prediction</a:t>
            </a:r>
          </a:p>
          <a:p>
            <a:r>
              <a:rPr lang="en-US" sz="2400" b="1" dirty="0"/>
              <a:t>Easy to use interface</a:t>
            </a:r>
          </a:p>
          <a:p>
            <a:r>
              <a:rPr lang="en-US" sz="2400" b="1" dirty="0"/>
              <a:t>Time saving</a:t>
            </a:r>
          </a:p>
          <a:p>
            <a:r>
              <a:rPr lang="en-US" sz="2400" b="1" dirty="0"/>
              <a:t>Educational and informative</a:t>
            </a:r>
          </a:p>
          <a:p>
            <a:r>
              <a:rPr lang="en-US" sz="2400" b="1" dirty="0"/>
              <a:t>Demonstrates AI in healthcare</a:t>
            </a:r>
          </a:p>
        </p:txBody>
      </p:sp>
    </p:spTree>
    <p:extLst>
      <p:ext uri="{BB962C8B-B14F-4D97-AF65-F5344CB8AC3E}">
        <p14:creationId xmlns:p14="http://schemas.microsoft.com/office/powerpoint/2010/main" val="2253524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Limitations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70212"/>
            <a:ext cx="8915400" cy="444101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b="1" dirty="0"/>
              <a:t>Not a replacement for a doctor</a:t>
            </a:r>
          </a:p>
          <a:p>
            <a:r>
              <a:rPr lang="en-US" sz="2400" b="1" dirty="0"/>
              <a:t>Limited dataset</a:t>
            </a:r>
          </a:p>
          <a:p>
            <a:r>
              <a:rPr lang="en-US" sz="2400" b="1" dirty="0"/>
              <a:t>Accuracy depends on symptom data</a:t>
            </a:r>
          </a:p>
          <a:p>
            <a:r>
              <a:rPr lang="en-US" sz="2400" b="1" dirty="0"/>
              <a:t>For educational purpose only</a:t>
            </a:r>
          </a:p>
        </p:txBody>
      </p:sp>
    </p:spTree>
    <p:extLst>
      <p:ext uri="{BB962C8B-B14F-4D97-AF65-F5344CB8AC3E}">
        <p14:creationId xmlns:p14="http://schemas.microsoft.com/office/powerpoint/2010/main" val="1301376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</a:rPr>
              <a:t>Applications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86753"/>
            <a:ext cx="8915400" cy="4324469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Preliminary health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Educational demonstrations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Student learning projects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Healthcare awareness systems</a:t>
            </a:r>
          </a:p>
        </p:txBody>
      </p:sp>
    </p:spTree>
    <p:extLst>
      <p:ext uri="{BB962C8B-B14F-4D97-AF65-F5344CB8AC3E}">
        <p14:creationId xmlns:p14="http://schemas.microsoft.com/office/powerpoint/2010/main" val="3762257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Black" panose="020B0A04020102020204" pitchFamily="34" charset="0"/>
              </a:rPr>
              <a:t>Future Scope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398494"/>
            <a:ext cx="8915400" cy="4512728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dirty="0"/>
              <a:t>Integration with real hospital data</a:t>
            </a:r>
          </a:p>
          <a:p>
            <a:r>
              <a:rPr lang="en-US" sz="2400" dirty="0"/>
              <a:t>Use advanced ML models</a:t>
            </a:r>
          </a:p>
          <a:p>
            <a:r>
              <a:rPr lang="en-US" sz="2400" dirty="0"/>
              <a:t>Doctor consultation feature</a:t>
            </a:r>
          </a:p>
          <a:p>
            <a:r>
              <a:rPr lang="en-US" sz="2400" dirty="0"/>
              <a:t>Mobile application version</a:t>
            </a:r>
          </a:p>
        </p:txBody>
      </p:sp>
    </p:spTree>
    <p:extLst>
      <p:ext uri="{BB962C8B-B14F-4D97-AF65-F5344CB8AC3E}">
        <p14:creationId xmlns:p14="http://schemas.microsoft.com/office/powerpoint/2010/main" val="2005595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 Black" panose="020B0A04020102020204" pitchFamily="34" charset="0"/>
              </a:rPr>
              <a:t>Conclusion</a:t>
            </a:r>
            <a:endParaRPr lang="en-US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5776" y="1577788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sz="2400" dirty="0" err="1"/>
              <a:t>HealthPredict</a:t>
            </a:r>
            <a:r>
              <a:rPr lang="en-US" sz="2400" dirty="0"/>
              <a:t> AI shows how ML can be used in healthcare</a:t>
            </a:r>
          </a:p>
          <a:p>
            <a:r>
              <a:rPr lang="en-US" sz="2400" dirty="0"/>
              <a:t>Provides quick disease prediction</a:t>
            </a:r>
          </a:p>
          <a:p>
            <a:r>
              <a:rPr lang="en-US" sz="2400" dirty="0"/>
              <a:t>Useful for learning AI and ML concepts</a:t>
            </a:r>
          </a:p>
          <a:p>
            <a:r>
              <a:rPr lang="en-US" sz="2400" dirty="0"/>
              <a:t>Has scope for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7971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936" y="1622612"/>
            <a:ext cx="8911687" cy="2088776"/>
          </a:xfrm>
        </p:spPr>
        <p:txBody>
          <a:bodyPr>
            <a:normAutofit/>
          </a:bodyPr>
          <a:lstStyle/>
          <a:p>
            <a:r>
              <a:rPr lang="en-US" sz="7200" dirty="0" smtClean="0">
                <a:latin typeface="Algerian" panose="04020705040A02060702" pitchFamily="82" charset="0"/>
              </a:rPr>
              <a:t>Thank</a:t>
            </a:r>
            <a:r>
              <a:rPr lang="en-US" sz="9600" dirty="0" smtClean="0">
                <a:latin typeface="Algerian" panose="04020705040A02060702" pitchFamily="82" charset="0"/>
              </a:rPr>
              <a:t> you</a:t>
            </a:r>
            <a:endParaRPr lang="en-US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679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35</TotalTime>
  <Words>263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Algerian</vt:lpstr>
      <vt:lpstr>Arial</vt:lpstr>
      <vt:lpstr>Arial Black</vt:lpstr>
      <vt:lpstr>Century Gothic</vt:lpstr>
      <vt:lpstr>Wingdings</vt:lpstr>
      <vt:lpstr>Wingdings 3</vt:lpstr>
      <vt:lpstr>Wisp</vt:lpstr>
      <vt:lpstr>Diseases Prediction System</vt:lpstr>
      <vt:lpstr>Introduction</vt:lpstr>
      <vt:lpstr>Problem Statement</vt:lpstr>
      <vt:lpstr>Objective</vt:lpstr>
      <vt:lpstr>Technologies Used</vt:lpstr>
      <vt:lpstr>System Architecture</vt:lpstr>
      <vt:lpstr>Working Process</vt:lpstr>
      <vt:lpstr>Algorithm Used</vt:lpstr>
      <vt:lpstr>Advantages</vt:lpstr>
      <vt:lpstr>Limitations</vt:lpstr>
      <vt:lpstr>Applications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Diseases Prediction System</dc:title>
  <dc:creator>DELL 5410</dc:creator>
  <cp:lastModifiedBy>DELL 5410</cp:lastModifiedBy>
  <cp:revision>4</cp:revision>
  <dcterms:created xsi:type="dcterms:W3CDTF">2026-01-28T07:38:12Z</dcterms:created>
  <dcterms:modified xsi:type="dcterms:W3CDTF">2026-01-28T08:13:41Z</dcterms:modified>
</cp:coreProperties>
</file>